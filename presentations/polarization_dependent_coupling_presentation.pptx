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64182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363886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24311191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00902212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6557979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0913552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37097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18136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8560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604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03853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68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15978B-76FF-9D85-7377-C39643DC28F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3461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58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06390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22FD39-85C9-9DE6-5BB2-CB436ABA658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50951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0625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02688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D19539-995A-3D43-CE1A-CC20A556E3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20441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9805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58942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ED5C9E-C45B-25D6-5517-AA22037AFA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33697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85606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367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DAC176-5012-0AB0-68D5-20896D59BF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1620189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26922314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552961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33315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780980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8226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0607258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287272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285153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2831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294395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560881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822825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0895957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19771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59947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500608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683247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2541422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7961114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201648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04235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107438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600679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0782958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2513615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377085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5796155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069406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7195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0146902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620708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315908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27061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864408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018599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162797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2226069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992165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357804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4640064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653731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0407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63804537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68468733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4152963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9616108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690269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93901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8768165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9583784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6118127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86559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819518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1420775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019634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24480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200501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76990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491957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4462702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1959427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672708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media1.svg"/><Relationship Id="rId5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media2.svg"/><Relationship Id="rId5" Type="http://schemas.openxmlformats.org/officeDocument/2006/relationships/image" Target="../media/image5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media3.svg"/><Relationship Id="rId5" Type="http://schemas.openxmlformats.org/officeDocument/2006/relationships/image" Target="../media/image7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media4.svg"/><Relationship Id="rId5" Type="http://schemas.openxmlformats.org/officeDocument/2006/relationships/image" Target="../media/image9.png"/><Relationship Id="rId6" Type="http://schemas.openxmlformats.org/officeDocument/2006/relationships/image" Target="../media/media5.sv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media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34396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99767" y="272142"/>
            <a:ext cx="10592465" cy="5821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05870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384968080" name=""/>
          <p:cNvPicPr>
            <a:picLocks noChangeAspect="1"/>
          </p:cNvPicPr>
          <p:nvPr>
            <p:ph idx="1"/>
          </p:nvPr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rot="0" flipH="0" flipV="0">
            <a:off x="2276759" y="197162"/>
            <a:ext cx="6665077" cy="6665077"/>
          </a:xfrm>
          <a:prstGeom prst="rect">
            <a:avLst/>
          </a:prstGeom>
        </p:spPr>
      </p:pic>
      <p:pic>
        <p:nvPicPr>
          <p:cNvPr id="250747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446147" y="17818"/>
            <a:ext cx="3667124" cy="2628900"/>
          </a:xfrm>
          <a:prstGeom prst="rect">
            <a:avLst/>
          </a:prstGeom>
        </p:spPr>
      </p:pic>
      <p:sp>
        <p:nvSpPr>
          <p:cNvPr id="1878852448" name=""/>
          <p:cNvSpPr/>
          <p:nvPr/>
        </p:nvSpPr>
        <p:spPr bwMode="auto">
          <a:xfrm>
            <a:off x="9934209" y="1214712"/>
            <a:ext cx="340178" cy="58316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3200" y="0"/>
                </a:moveTo>
                <a:cubicBezTo>
                  <a:pt x="38262" y="0"/>
                  <a:pt x="32091" y="0"/>
                  <a:pt x="27154" y="7200"/>
                </a:cubicBezTo>
                <a:cubicBezTo>
                  <a:pt x="18514" y="28800"/>
                  <a:pt x="12342" y="28800"/>
                  <a:pt x="4937" y="35999"/>
                </a:cubicBezTo>
                <a:lnTo>
                  <a:pt x="0" y="43200"/>
                </a:lnTo>
              </a:path>
            </a:pathLst>
          </a:custGeom>
          <a:noFill/>
          <a:ln w="36000">
            <a:solidFill>
              <a:srgbClr val="3D8A44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92566030" name=""/>
          <p:cNvSpPr/>
          <p:nvPr/>
        </p:nvSpPr>
        <p:spPr bwMode="auto">
          <a:xfrm>
            <a:off x="9953647" y="1166115"/>
            <a:ext cx="165229" cy="213826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0"/>
                </a:moveTo>
                <a:cubicBezTo>
                  <a:pt x="12705" y="15709"/>
                  <a:pt x="25411" y="29454"/>
                  <a:pt x="33035" y="39272"/>
                </a:cubicBezTo>
                <a:lnTo>
                  <a:pt x="43199" y="43200"/>
                </a:lnTo>
              </a:path>
            </a:pathLst>
          </a:custGeom>
          <a:noFill/>
          <a:ln w="36000">
            <a:solidFill>
              <a:srgbClr val="3D8A44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8712573" name=""/>
          <p:cNvSpPr/>
          <p:nvPr/>
        </p:nvSpPr>
        <p:spPr bwMode="auto">
          <a:xfrm>
            <a:off x="9807856" y="1049482"/>
            <a:ext cx="592882" cy="427653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26203" y="1963"/>
                </a:moveTo>
                <a:cubicBezTo>
                  <a:pt x="23370" y="0"/>
                  <a:pt x="20537" y="0"/>
                  <a:pt x="16996" y="0"/>
                </a:cubicBezTo>
                <a:cubicBezTo>
                  <a:pt x="12747" y="0"/>
                  <a:pt x="9206" y="0"/>
                  <a:pt x="6373" y="0"/>
                </a:cubicBezTo>
                <a:cubicBezTo>
                  <a:pt x="4249" y="3927"/>
                  <a:pt x="2124" y="7854"/>
                  <a:pt x="708" y="11781"/>
                </a:cubicBezTo>
                <a:cubicBezTo>
                  <a:pt x="708" y="16690"/>
                  <a:pt x="0" y="21599"/>
                  <a:pt x="708" y="26509"/>
                </a:cubicBezTo>
                <a:cubicBezTo>
                  <a:pt x="3540" y="29454"/>
                  <a:pt x="4957" y="33381"/>
                  <a:pt x="8498" y="34363"/>
                </a:cubicBezTo>
                <a:cubicBezTo>
                  <a:pt x="12747" y="38290"/>
                  <a:pt x="15580" y="40254"/>
                  <a:pt x="19121" y="42218"/>
                </a:cubicBezTo>
                <a:cubicBezTo>
                  <a:pt x="22662" y="43200"/>
                  <a:pt x="26203" y="43200"/>
                  <a:pt x="29744" y="43200"/>
                </a:cubicBezTo>
                <a:cubicBezTo>
                  <a:pt x="33993" y="43200"/>
                  <a:pt x="36826" y="40254"/>
                  <a:pt x="38950" y="36327"/>
                </a:cubicBezTo>
                <a:cubicBezTo>
                  <a:pt x="41075" y="32399"/>
                  <a:pt x="42491" y="27490"/>
                  <a:pt x="43200" y="22581"/>
                </a:cubicBezTo>
                <a:cubicBezTo>
                  <a:pt x="43200" y="18654"/>
                  <a:pt x="43200" y="13745"/>
                  <a:pt x="42491" y="7854"/>
                </a:cubicBezTo>
                <a:cubicBezTo>
                  <a:pt x="39659" y="3927"/>
                  <a:pt x="37534" y="981"/>
                  <a:pt x="34701" y="0"/>
                </a:cubicBezTo>
                <a:cubicBezTo>
                  <a:pt x="31868" y="0"/>
                  <a:pt x="28327" y="0"/>
                  <a:pt x="24786" y="0"/>
                </a:cubicBezTo>
              </a:path>
            </a:pathLst>
          </a:custGeom>
          <a:noFill/>
          <a:ln w="36000">
            <a:solidFill>
              <a:srgbClr val="3D8A44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36452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091167564" name=""/>
          <p:cNvPicPr>
            <a:picLocks noChangeAspect="1"/>
          </p:cNvPicPr>
          <p:nvPr>
            <p:ph idx="1"/>
          </p:nvPr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</p:blipFill>
        <p:spPr bwMode="auto">
          <a:xfrm rot="0" flipH="0" flipV="0">
            <a:off x="2277201" y="1027906"/>
            <a:ext cx="7122440" cy="5615770"/>
          </a:xfrm>
          <a:prstGeom prst="rect">
            <a:avLst/>
          </a:prstGeom>
        </p:spPr>
      </p:pic>
      <p:pic>
        <p:nvPicPr>
          <p:cNvPr id="29863866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9494892" y="155509"/>
            <a:ext cx="2666999" cy="2324098"/>
          </a:xfrm>
          <a:prstGeom prst="rect">
            <a:avLst/>
          </a:prstGeom>
        </p:spPr>
      </p:pic>
      <p:sp>
        <p:nvSpPr>
          <p:cNvPr id="416081685" name=""/>
          <p:cNvSpPr/>
          <p:nvPr/>
        </p:nvSpPr>
        <p:spPr bwMode="auto">
          <a:xfrm>
            <a:off x="11032499" y="398494"/>
            <a:ext cx="58316" cy="748392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3200" y="0"/>
                </a:moveTo>
                <a:cubicBezTo>
                  <a:pt x="36000" y="2244"/>
                  <a:pt x="36000" y="4488"/>
                  <a:pt x="36000" y="6732"/>
                </a:cubicBezTo>
                <a:cubicBezTo>
                  <a:pt x="36000" y="10098"/>
                  <a:pt x="36000" y="12342"/>
                  <a:pt x="36000" y="14587"/>
                </a:cubicBezTo>
                <a:cubicBezTo>
                  <a:pt x="36000" y="17953"/>
                  <a:pt x="21600" y="20197"/>
                  <a:pt x="14400" y="22441"/>
                </a:cubicBezTo>
                <a:cubicBezTo>
                  <a:pt x="14400" y="25246"/>
                  <a:pt x="7200" y="27490"/>
                  <a:pt x="7200" y="30857"/>
                </a:cubicBezTo>
                <a:cubicBezTo>
                  <a:pt x="0" y="33662"/>
                  <a:pt x="0" y="35906"/>
                  <a:pt x="0" y="38150"/>
                </a:cubicBezTo>
                <a:quadBezTo>
                  <a:pt x="0" y="40955"/>
                  <a:pt x="0" y="43200"/>
                </a:quadBez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8392035" name=""/>
          <p:cNvSpPr/>
          <p:nvPr/>
        </p:nvSpPr>
        <p:spPr bwMode="auto">
          <a:xfrm>
            <a:off x="11081096" y="1039974"/>
            <a:ext cx="223545" cy="126351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43200"/>
                </a:moveTo>
                <a:cubicBezTo>
                  <a:pt x="9391" y="29907"/>
                  <a:pt x="18782" y="19938"/>
                  <a:pt x="28173" y="13292"/>
                </a:cubicBezTo>
                <a:quadBezTo>
                  <a:pt x="35686" y="3323"/>
                  <a:pt x="43200" y="0"/>
                </a:quadBezTo>
              </a:path>
            </a:pathLst>
          </a:custGeom>
          <a:noFill/>
          <a:ln w="36000">
            <a:solidFill>
              <a:srgbClr val="BB2765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1091121" name=""/>
          <p:cNvSpPr/>
          <p:nvPr/>
        </p:nvSpPr>
        <p:spPr bwMode="auto">
          <a:xfrm>
            <a:off x="11246326" y="942780"/>
            <a:ext cx="145790" cy="204107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0"/>
                </a:moveTo>
                <a:cubicBezTo>
                  <a:pt x="14399" y="6171"/>
                  <a:pt x="31680" y="6171"/>
                  <a:pt x="43200" y="6171"/>
                </a:cubicBezTo>
                <a:cubicBezTo>
                  <a:pt x="43200" y="18514"/>
                  <a:pt x="37439" y="26742"/>
                  <a:pt x="34560" y="34971"/>
                </a:cubicBezTo>
                <a:lnTo>
                  <a:pt x="28799" y="43200"/>
                </a:lnTo>
              </a:path>
            </a:pathLst>
          </a:custGeom>
          <a:noFill/>
          <a:ln w="36000">
            <a:solidFill>
              <a:srgbClr val="BB2765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1977574" name=""/>
          <p:cNvSpPr/>
          <p:nvPr/>
        </p:nvSpPr>
        <p:spPr bwMode="auto">
          <a:xfrm>
            <a:off x="10974183" y="1457907"/>
            <a:ext cx="29157" cy="476249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28800" y="0"/>
                </a:moveTo>
                <a:cubicBezTo>
                  <a:pt x="28800" y="3526"/>
                  <a:pt x="28800" y="7934"/>
                  <a:pt x="0" y="11461"/>
                </a:cubicBezTo>
                <a:cubicBezTo>
                  <a:pt x="0" y="15869"/>
                  <a:pt x="28800" y="20277"/>
                  <a:pt x="43200" y="23804"/>
                </a:cubicBezTo>
                <a:cubicBezTo>
                  <a:pt x="43200" y="27330"/>
                  <a:pt x="43200" y="31738"/>
                  <a:pt x="43200" y="35265"/>
                </a:cubicBezTo>
                <a:quadBezTo>
                  <a:pt x="43200" y="38791"/>
                  <a:pt x="43200" y="43200"/>
                </a:quadBezTo>
              </a:path>
            </a:pathLst>
          </a:custGeom>
          <a:noFill/>
          <a:ln w="36000">
            <a:solidFill>
              <a:srgbClr val="3D8A44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8807055" name=""/>
          <p:cNvSpPr/>
          <p:nvPr/>
        </p:nvSpPr>
        <p:spPr bwMode="auto">
          <a:xfrm>
            <a:off x="10925586" y="1778647"/>
            <a:ext cx="126351" cy="174948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3200" y="0"/>
                </a:moveTo>
                <a:cubicBezTo>
                  <a:pt x="43200" y="11999"/>
                  <a:pt x="39876" y="24000"/>
                  <a:pt x="29907" y="33599"/>
                </a:cubicBezTo>
                <a:cubicBezTo>
                  <a:pt x="29907" y="43200"/>
                  <a:pt x="16615" y="33599"/>
                  <a:pt x="9969" y="21600"/>
                </a:cubicBezTo>
                <a:lnTo>
                  <a:pt x="0" y="14400"/>
                </a:lnTo>
              </a:path>
            </a:pathLst>
          </a:custGeom>
          <a:noFill/>
          <a:ln w="36000">
            <a:solidFill>
              <a:srgbClr val="3D8A44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6345542" name=""/>
          <p:cNvSpPr/>
          <p:nvPr/>
        </p:nvSpPr>
        <p:spPr bwMode="auto">
          <a:xfrm>
            <a:off x="10828392" y="1934157"/>
            <a:ext cx="379055" cy="359616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25476" y="11675"/>
                </a:moveTo>
                <a:cubicBezTo>
                  <a:pt x="21046" y="10508"/>
                  <a:pt x="16615" y="9340"/>
                  <a:pt x="9969" y="12843"/>
                </a:cubicBezTo>
                <a:cubicBezTo>
                  <a:pt x="5538" y="15178"/>
                  <a:pt x="1107" y="19848"/>
                  <a:pt x="0" y="24518"/>
                </a:cubicBezTo>
                <a:cubicBezTo>
                  <a:pt x="0" y="30356"/>
                  <a:pt x="2215" y="36194"/>
                  <a:pt x="5538" y="39697"/>
                </a:cubicBezTo>
                <a:cubicBezTo>
                  <a:pt x="9969" y="40864"/>
                  <a:pt x="14400" y="43200"/>
                  <a:pt x="19938" y="43200"/>
                </a:cubicBezTo>
                <a:cubicBezTo>
                  <a:pt x="25476" y="43200"/>
                  <a:pt x="29907" y="43200"/>
                  <a:pt x="34338" y="43200"/>
                </a:cubicBezTo>
                <a:cubicBezTo>
                  <a:pt x="39876" y="37362"/>
                  <a:pt x="42092" y="31524"/>
                  <a:pt x="43200" y="24518"/>
                </a:cubicBezTo>
                <a:cubicBezTo>
                  <a:pt x="43200" y="18681"/>
                  <a:pt x="43200" y="14010"/>
                  <a:pt x="38769" y="7005"/>
                </a:cubicBezTo>
                <a:cubicBezTo>
                  <a:pt x="33230" y="3502"/>
                  <a:pt x="28800" y="1167"/>
                  <a:pt x="23261" y="0"/>
                </a:cubicBezTo>
              </a:path>
            </a:pathLst>
          </a:custGeom>
          <a:noFill/>
          <a:ln w="36000">
            <a:solidFill>
              <a:srgbClr val="3D8A44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4622447" name=""/>
          <p:cNvSpPr/>
          <p:nvPr/>
        </p:nvSpPr>
        <p:spPr bwMode="auto">
          <a:xfrm>
            <a:off x="10886708" y="2011912"/>
            <a:ext cx="242984" cy="136071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3200" y="0"/>
                </a:moveTo>
                <a:cubicBezTo>
                  <a:pt x="34560" y="15428"/>
                  <a:pt x="20735" y="27771"/>
                  <a:pt x="13824" y="30857"/>
                </a:cubicBezTo>
                <a:quadBezTo>
                  <a:pt x="6911" y="33942"/>
                  <a:pt x="0" y="43200"/>
                </a:quadBezTo>
              </a:path>
            </a:pathLst>
          </a:custGeom>
          <a:noFill/>
          <a:ln w="36000">
            <a:solidFill>
              <a:srgbClr val="3D8A44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87950573" name=""/>
          <p:cNvSpPr/>
          <p:nvPr/>
        </p:nvSpPr>
        <p:spPr bwMode="auto">
          <a:xfrm>
            <a:off x="10857550" y="2060510"/>
            <a:ext cx="301299" cy="272142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0"/>
                </a:moveTo>
                <a:cubicBezTo>
                  <a:pt x="8361" y="7714"/>
                  <a:pt x="18116" y="15428"/>
                  <a:pt x="25083" y="23142"/>
                </a:cubicBezTo>
                <a:cubicBezTo>
                  <a:pt x="33445" y="32399"/>
                  <a:pt x="39019" y="38571"/>
                  <a:pt x="43200" y="43200"/>
                </a:cubicBezTo>
              </a:path>
            </a:pathLst>
          </a:custGeom>
          <a:noFill/>
          <a:ln w="36000">
            <a:solidFill>
              <a:srgbClr val="3D8A44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803373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76292990" name=""/>
          <p:cNvPicPr>
            <a:picLocks noChangeAspect="1"/>
          </p:cNvPicPr>
          <p:nvPr>
            <p:ph idx="1"/>
          </p:nvPr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rot="0" flipH="0" flipV="0">
            <a:off x="2968798" y="221196"/>
            <a:ext cx="5954594" cy="6206907"/>
          </a:xfrm>
          <a:prstGeom prst="rect">
            <a:avLst/>
          </a:prstGeom>
        </p:spPr>
      </p:pic>
      <p:pic>
        <p:nvPicPr>
          <p:cNvPr id="919332510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728015" y="0"/>
            <a:ext cx="4448174" cy="1914525"/>
          </a:xfrm>
          <a:prstGeom prst="rect">
            <a:avLst/>
          </a:prstGeom>
        </p:spPr>
      </p:pic>
      <p:sp>
        <p:nvSpPr>
          <p:cNvPr id="736967375" name=""/>
          <p:cNvSpPr/>
          <p:nvPr/>
        </p:nvSpPr>
        <p:spPr bwMode="auto">
          <a:xfrm>
            <a:off x="9325206" y="432061"/>
            <a:ext cx="353503" cy="294587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3200" y="0"/>
                </a:moveTo>
                <a:cubicBezTo>
                  <a:pt x="38399" y="4320"/>
                  <a:pt x="34800" y="8640"/>
                  <a:pt x="31199" y="12960"/>
                </a:cubicBezTo>
                <a:cubicBezTo>
                  <a:pt x="25199" y="15840"/>
                  <a:pt x="21600" y="21600"/>
                  <a:pt x="16799" y="24480"/>
                </a:cubicBezTo>
                <a:cubicBezTo>
                  <a:pt x="11999" y="28800"/>
                  <a:pt x="8399" y="34560"/>
                  <a:pt x="3599" y="38880"/>
                </a:cubicBezTo>
                <a:lnTo>
                  <a:pt x="0" y="43200"/>
                </a:lnTo>
              </a:path>
            </a:pathLst>
          </a:custGeom>
          <a:noFill/>
          <a:ln w="36000">
            <a:solidFill>
              <a:srgbClr val="3D8A44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60983366" name=""/>
          <p:cNvSpPr/>
          <p:nvPr/>
        </p:nvSpPr>
        <p:spPr bwMode="auto">
          <a:xfrm>
            <a:off x="8716391" y="962319"/>
            <a:ext cx="1698788" cy="324046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9738" y="0"/>
                </a:moveTo>
                <a:cubicBezTo>
                  <a:pt x="8739" y="6545"/>
                  <a:pt x="7990" y="10472"/>
                  <a:pt x="7241" y="15709"/>
                </a:cubicBezTo>
                <a:cubicBezTo>
                  <a:pt x="6492" y="19636"/>
                  <a:pt x="5493" y="23563"/>
                  <a:pt x="3745" y="28799"/>
                </a:cubicBezTo>
                <a:cubicBezTo>
                  <a:pt x="2746" y="32727"/>
                  <a:pt x="1747" y="35345"/>
                  <a:pt x="998" y="39272"/>
                </a:cubicBezTo>
                <a:cubicBezTo>
                  <a:pt x="0" y="41890"/>
                  <a:pt x="1248" y="43200"/>
                  <a:pt x="2247" y="43200"/>
                </a:cubicBezTo>
                <a:cubicBezTo>
                  <a:pt x="3246" y="43200"/>
                  <a:pt x="4245" y="43200"/>
                  <a:pt x="5493" y="43200"/>
                </a:cubicBezTo>
                <a:cubicBezTo>
                  <a:pt x="6492" y="41890"/>
                  <a:pt x="8240" y="39272"/>
                  <a:pt x="9239" y="39272"/>
                </a:cubicBezTo>
                <a:cubicBezTo>
                  <a:pt x="10238" y="39272"/>
                  <a:pt x="11236" y="37963"/>
                  <a:pt x="12235" y="37963"/>
                </a:cubicBezTo>
                <a:cubicBezTo>
                  <a:pt x="13734" y="37963"/>
                  <a:pt x="14982" y="37963"/>
                  <a:pt x="15981" y="37963"/>
                </a:cubicBezTo>
                <a:cubicBezTo>
                  <a:pt x="17479" y="37963"/>
                  <a:pt x="18728" y="36654"/>
                  <a:pt x="19727" y="35345"/>
                </a:cubicBezTo>
                <a:cubicBezTo>
                  <a:pt x="20975" y="35345"/>
                  <a:pt x="21974" y="34036"/>
                  <a:pt x="22973" y="32727"/>
                </a:cubicBezTo>
                <a:cubicBezTo>
                  <a:pt x="23972" y="32727"/>
                  <a:pt x="24971" y="32727"/>
                  <a:pt x="25969" y="31418"/>
                </a:cubicBezTo>
                <a:cubicBezTo>
                  <a:pt x="26968" y="31418"/>
                  <a:pt x="28217" y="31418"/>
                  <a:pt x="29465" y="31418"/>
                </a:cubicBezTo>
                <a:cubicBezTo>
                  <a:pt x="31213" y="31418"/>
                  <a:pt x="32212" y="30109"/>
                  <a:pt x="33461" y="30109"/>
                </a:cubicBezTo>
                <a:cubicBezTo>
                  <a:pt x="34460" y="30109"/>
                  <a:pt x="35708" y="30109"/>
                  <a:pt x="37206" y="30109"/>
                </a:cubicBezTo>
                <a:cubicBezTo>
                  <a:pt x="38455" y="30109"/>
                  <a:pt x="39454" y="30109"/>
                  <a:pt x="40702" y="30109"/>
                </a:cubicBezTo>
                <a:quadBezTo>
                  <a:pt x="42201" y="30109"/>
                  <a:pt x="43200" y="30109"/>
                </a:quadBezTo>
              </a:path>
            </a:pathLst>
          </a:custGeom>
          <a:noFill/>
          <a:ln w="36000">
            <a:solidFill>
              <a:srgbClr val="3D8A44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61576831" name=""/>
          <p:cNvSpPr/>
          <p:nvPr/>
        </p:nvSpPr>
        <p:spPr bwMode="auto">
          <a:xfrm>
            <a:off x="10405360" y="1119432"/>
            <a:ext cx="137473" cy="117834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0"/>
                </a:moveTo>
                <a:cubicBezTo>
                  <a:pt x="18514" y="0"/>
                  <a:pt x="30857" y="10799"/>
                  <a:pt x="43200" y="14399"/>
                </a:cubicBezTo>
                <a:quadBezTo>
                  <a:pt x="37028" y="28800"/>
                  <a:pt x="12342" y="43200"/>
                </a:quadBezTo>
              </a:path>
            </a:pathLst>
          </a:custGeom>
          <a:noFill/>
          <a:ln w="36000">
            <a:solidFill>
              <a:srgbClr val="3D8A44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3415512" name=""/>
          <p:cNvSpPr/>
          <p:nvPr/>
        </p:nvSpPr>
        <p:spPr bwMode="auto">
          <a:xfrm>
            <a:off x="10670489" y="991778"/>
            <a:ext cx="9819" cy="284767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0"/>
                </a:moveTo>
                <a:cubicBezTo>
                  <a:pt x="0" y="8937"/>
                  <a:pt x="0" y="14896"/>
                  <a:pt x="0" y="22344"/>
                </a:cubicBezTo>
                <a:cubicBezTo>
                  <a:pt x="0" y="28303"/>
                  <a:pt x="43200" y="34262"/>
                  <a:pt x="43200" y="43200"/>
                </a:cubicBezTo>
              </a:path>
            </a:pathLst>
          </a:custGeom>
          <a:noFill/>
          <a:ln w="36000">
            <a:solidFill>
              <a:srgbClr val="3D8A44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21043167" name=""/>
          <p:cNvSpPr/>
          <p:nvPr/>
        </p:nvSpPr>
        <p:spPr bwMode="auto">
          <a:xfrm>
            <a:off x="10670489" y="991778"/>
            <a:ext cx="137473" cy="274948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0"/>
                </a:moveTo>
                <a:cubicBezTo>
                  <a:pt x="12342" y="4628"/>
                  <a:pt x="27771" y="7714"/>
                  <a:pt x="40114" y="9257"/>
                </a:cubicBezTo>
                <a:cubicBezTo>
                  <a:pt x="43200" y="15428"/>
                  <a:pt x="43200" y="21599"/>
                  <a:pt x="43200" y="27771"/>
                </a:cubicBezTo>
                <a:cubicBezTo>
                  <a:pt x="40114" y="33942"/>
                  <a:pt x="30857" y="40114"/>
                  <a:pt x="15428" y="40114"/>
                </a:cubicBezTo>
                <a:lnTo>
                  <a:pt x="3085" y="43200"/>
                </a:lnTo>
              </a:path>
            </a:pathLst>
          </a:custGeom>
          <a:noFill/>
          <a:ln w="36000">
            <a:solidFill>
              <a:srgbClr val="3D8A44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9357587" name=""/>
          <p:cNvSpPr/>
          <p:nvPr/>
        </p:nvSpPr>
        <p:spPr bwMode="auto">
          <a:xfrm>
            <a:off x="10837422" y="923041"/>
            <a:ext cx="1050695" cy="2258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43200"/>
                </a:moveTo>
                <a:cubicBezTo>
                  <a:pt x="1211" y="37565"/>
                  <a:pt x="2826" y="33808"/>
                  <a:pt x="5248" y="28173"/>
                </a:cubicBezTo>
                <a:cubicBezTo>
                  <a:pt x="7671" y="22539"/>
                  <a:pt x="10093" y="16904"/>
                  <a:pt x="11708" y="13147"/>
                </a:cubicBezTo>
                <a:cubicBezTo>
                  <a:pt x="13323" y="11269"/>
                  <a:pt x="16149" y="11269"/>
                  <a:pt x="18571" y="15026"/>
                </a:cubicBezTo>
                <a:cubicBezTo>
                  <a:pt x="20590" y="18782"/>
                  <a:pt x="22609" y="24417"/>
                  <a:pt x="25031" y="26295"/>
                </a:cubicBezTo>
                <a:cubicBezTo>
                  <a:pt x="26646" y="30052"/>
                  <a:pt x="28665" y="30052"/>
                  <a:pt x="30280" y="30052"/>
                </a:cubicBezTo>
                <a:cubicBezTo>
                  <a:pt x="31491" y="24417"/>
                  <a:pt x="32702" y="18782"/>
                  <a:pt x="33106" y="11269"/>
                </a:cubicBezTo>
                <a:cubicBezTo>
                  <a:pt x="34721" y="1878"/>
                  <a:pt x="36336" y="0"/>
                  <a:pt x="37951" y="1878"/>
                </a:cubicBezTo>
                <a:cubicBezTo>
                  <a:pt x="40373" y="5634"/>
                  <a:pt x="42392" y="11269"/>
                  <a:pt x="43200" y="18782"/>
                </a:cubicBezTo>
              </a:path>
            </a:pathLst>
          </a:custGeom>
          <a:noFill/>
          <a:ln w="36000">
            <a:solidFill>
              <a:srgbClr val="3D8A44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10476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2000846633" name=""/>
          <p:cNvPicPr>
            <a:picLocks noChangeAspect="1"/>
          </p:cNvPicPr>
          <p:nvPr>
            <p:ph idx="1"/>
          </p:nvPr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rot="0" flipH="0" flipV="0">
            <a:off x="166784" y="194209"/>
            <a:ext cx="5364847" cy="3314489"/>
          </a:xfrm>
          <a:prstGeom prst="rect">
            <a:avLst/>
          </a:prstGeom>
        </p:spPr>
      </p:pic>
      <p:pic>
        <p:nvPicPr>
          <p:cNvPr id="458277993" name="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 flipH="0" flipV="0">
            <a:off x="6095999" y="3227"/>
            <a:ext cx="5584296" cy="3505471"/>
          </a:xfrm>
          <a:prstGeom prst="rect">
            <a:avLst/>
          </a:prstGeom>
        </p:spPr>
      </p:pic>
      <p:sp>
        <p:nvSpPr>
          <p:cNvPr id="524163053" name=""/>
          <p:cNvSpPr txBox="1"/>
          <p:nvPr/>
        </p:nvSpPr>
        <p:spPr bwMode="auto">
          <a:xfrm rot="0" flipH="0" flipV="0">
            <a:off x="6494317" y="4130739"/>
            <a:ext cx="4952342" cy="2012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Light towards cavity:</a:t>
            </a:r>
            <a:endParaRPr/>
          </a:p>
          <a:p>
            <a:pPr>
              <a:defRPr/>
            </a:pPr>
            <a:r>
              <a:rPr/>
              <a:t>	for H : 206.5 +/- 0.5 nW</a:t>
            </a:r>
            <a:endParaRPr/>
          </a:p>
          <a:p>
            <a:pPr>
              <a:defRPr/>
            </a:pPr>
            <a:r>
              <a:rPr/>
              <a:t>	for V : 55.47 +/- 0.13 nW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Light reflected from cavity:</a:t>
            </a:r>
            <a:endParaRPr/>
          </a:p>
          <a:p>
            <a:pPr>
              <a:defRPr/>
            </a:pPr>
            <a:r>
              <a:rPr/>
              <a:t>	for H : 66.25</a:t>
            </a:r>
            <a:r>
              <a:rPr/>
              <a:t> +/- 0.21 nW (32.08 %)</a:t>
            </a:r>
            <a:endParaRPr/>
          </a:p>
          <a:p>
            <a:pPr>
              <a:defRPr/>
            </a:pPr>
            <a:r>
              <a:rPr/>
              <a:t>	for V : 16.57 +/- 0.02 nW (29.87 %)</a:t>
            </a:r>
            <a:endParaRPr/>
          </a:p>
        </p:txBody>
      </p:sp>
      <p:sp>
        <p:nvSpPr>
          <p:cNvPr id="1691066325" name=""/>
          <p:cNvSpPr txBox="1"/>
          <p:nvPr/>
        </p:nvSpPr>
        <p:spPr bwMode="auto">
          <a:xfrm rot="0" flipH="0" flipV="0">
            <a:off x="693591" y="4130739"/>
            <a:ext cx="4927862" cy="2012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Light towards cavity:</a:t>
            </a:r>
            <a:endParaRPr/>
          </a:p>
          <a:p>
            <a:pPr>
              <a:defRPr/>
            </a:pPr>
            <a:r>
              <a:rPr/>
              <a:t>	for H : 200.7 +/- 0.4 nW</a:t>
            </a:r>
            <a:endParaRPr/>
          </a:p>
          <a:p>
            <a:pPr>
              <a:defRPr/>
            </a:pPr>
            <a:r>
              <a:rPr/>
              <a:t>	for V : 25.67 +/- 0.04 nW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Light reflected from cavity:</a:t>
            </a:r>
            <a:endParaRPr/>
          </a:p>
          <a:p>
            <a:pPr>
              <a:defRPr/>
            </a:pPr>
            <a:r>
              <a:rPr/>
              <a:t>	for H : </a:t>
            </a:r>
            <a:r>
              <a:rPr/>
              <a:t>96.61 +/- 0.15 nW (48.13 %)</a:t>
            </a:r>
            <a:endParaRPr/>
          </a:p>
          <a:p>
            <a:pPr>
              <a:defRPr/>
            </a:pPr>
            <a:r>
              <a:rPr/>
              <a:t>	for V : 8.00    +/- 0.01 nW (31.16 %)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0650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04168911" name=""/>
          <p:cNvPicPr>
            <a:picLocks noChangeAspect="1"/>
          </p:cNvPicPr>
          <p:nvPr>
            <p:ph idx="1"/>
          </p:nvPr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rot="0" flipH="0" flipV="0">
            <a:off x="174342" y="473140"/>
            <a:ext cx="11539524" cy="5623524"/>
          </a:xfrm>
          <a:prstGeom prst="rect">
            <a:avLst/>
          </a:prstGeom>
        </p:spPr>
      </p:pic>
      <p:sp>
        <p:nvSpPr>
          <p:cNvPr id="1497770797" name=""/>
          <p:cNvSpPr/>
          <p:nvPr/>
        </p:nvSpPr>
        <p:spPr bwMode="auto">
          <a:xfrm rot="0" flipH="0" flipV="0">
            <a:off x="6349870" y="1158711"/>
            <a:ext cx="314226" cy="746287"/>
          </a:xfrm>
          <a:prstGeom prst="chevron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7431865" name=""/>
          <p:cNvSpPr txBox="1"/>
          <p:nvPr/>
        </p:nvSpPr>
        <p:spPr bwMode="auto">
          <a:xfrm rot="0" flipH="0" flipV="0">
            <a:off x="6673917" y="1324567"/>
            <a:ext cx="984838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/>
              <a:t>~ 20%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2026-01-12T15:04:17Z</dcterms:modified>
</cp:coreProperties>
</file>