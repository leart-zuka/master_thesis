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6111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077855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526738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4705454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898837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24466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9738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4393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9290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092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66305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5277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52AD90-74BC-9288-CD22-8C40335737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36885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626983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965753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478842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44832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4552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74023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6806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03186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02601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1884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2809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27173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77745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20019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6550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515731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61604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65889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90593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01861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10086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60810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23613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43707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72822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83578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729119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47062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3807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811062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622561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46940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94171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3678427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407089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27410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806535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52169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3394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56794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36172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75144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388488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5894864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07841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351414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85197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0033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631365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9293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289544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57525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1502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772341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27573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60718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91156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8611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72796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558933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6666872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3400565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media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9578013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4442754" y="272142"/>
            <a:ext cx="7522805" cy="6511989"/>
          </a:xfrm>
          <a:prstGeom prst="rect">
            <a:avLst/>
          </a:prstGeom>
        </p:spPr>
      </p:pic>
      <p:sp>
        <p:nvSpPr>
          <p:cNvPr id="357339248" name=""/>
          <p:cNvSpPr txBox="1"/>
          <p:nvPr/>
        </p:nvSpPr>
        <p:spPr bwMode="auto">
          <a:xfrm rot="0" flipH="0" flipV="0">
            <a:off x="214821" y="272142"/>
            <a:ext cx="5235154" cy="714049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Transmission for each Pol for each BW:</a:t>
            </a:r>
            <a:endParaRPr sz="1600"/>
          </a:p>
          <a:p>
            <a:pPr>
              <a:defRPr/>
            </a:pPr>
            <a:endParaRPr sz="1600"/>
          </a:p>
          <a:p>
            <a:pPr>
              <a:defRPr/>
            </a:pPr>
            <a:r>
              <a:rPr sz="1600"/>
              <a:t>BW1: </a:t>
            </a:r>
            <a:endParaRPr sz="1600"/>
          </a:p>
          <a:p>
            <a:pPr>
              <a:defRPr/>
            </a:pPr>
            <a:r>
              <a:rPr sz="1600"/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100.0%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76.2%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BW2: </a:t>
            </a:r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98.2%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74.7%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BW3: </a:t>
            </a:r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100.0%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76.1%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BW4: </a:t>
            </a:r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100.2%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76.3%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BW5: </a:t>
            </a:r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100.1%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76.3%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BW6: </a:t>
            </a:r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100.1%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76.2%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BW7: </a:t>
            </a:r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100.2%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76.1%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BW8: </a:t>
            </a:r>
            <a:endParaRPr sz="1600"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100.1%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76.2%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0713713" name=""/>
          <p:cNvPicPr>
            <a:picLocks noChangeAspect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</p:blipFill>
        <p:spPr bwMode="auto">
          <a:xfrm rot="0" flipH="0" flipV="0">
            <a:off x="4442754" y="272142"/>
            <a:ext cx="7522805" cy="6511988"/>
          </a:xfrm>
          <a:prstGeom prst="rect">
            <a:avLst/>
          </a:prstGeom>
        </p:spPr>
      </p:pic>
      <p:sp>
        <p:nvSpPr>
          <p:cNvPr id="1738094537" name=""/>
          <p:cNvSpPr txBox="1"/>
          <p:nvPr/>
        </p:nvSpPr>
        <p:spPr bwMode="auto">
          <a:xfrm rot="0" flipH="0" flipV="0">
            <a:off x="214821" y="551808"/>
            <a:ext cx="5288072" cy="595265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Transmission for each Pol for each </a:t>
            </a:r>
            <a:endParaRPr sz="2000"/>
          </a:p>
          <a:p>
            <a:pPr>
              <a:defRPr/>
            </a:pPr>
            <a:r>
              <a:rPr sz="2000"/>
              <a:t>configuration: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2 Brewster Windows: </a:t>
            </a:r>
            <a:endParaRPr sz="2000"/>
          </a:p>
          <a:p>
            <a:pPr>
              <a:defRPr/>
            </a:pPr>
            <a:r>
              <a:rPr sz="2000"/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100.0%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61.0±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 Brewster Windows: </a:t>
            </a: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99.9±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35.4±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0.1%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6 Brewster Windows: </a:t>
            </a: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99.8±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20.4%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0.0%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8 Brewster Windows: </a:t>
            </a: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H-Pol: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99.4±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0.2%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	V-Pol: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11.5%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±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0.0%</m:t>
                      </m:r>
                    </m:oMath>
                  </m:oMathPara>
                </a14:m>
              </mc:Choice>
              <mc:Fallback/>
            </mc:AlternateContent>
            <a:endParaRPr sz="16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2025-12-01T12:32:02Z</dcterms:modified>
</cp:coreProperties>
</file>