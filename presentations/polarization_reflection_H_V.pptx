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6236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6116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7838680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5315691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15205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383798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735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492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866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21E450-F911-164B-53F1-783B85B18B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994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0549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525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8B3E77-9CED-6D34-D3E9-2C01FA7464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09838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244443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11745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24210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5291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564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20458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45448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17907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07134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42279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31923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80174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83254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0158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9317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15282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93185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38758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98152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33095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9574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52064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18297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582287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8154386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9643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955531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288508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596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159152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851060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091836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08377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571976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37629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37641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30215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248072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3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0896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49713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5553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59176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931097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22253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387755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84218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3038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402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34602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71402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2368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20463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46682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07335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48027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8680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00773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29043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24843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38275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74460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media1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media2.sv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media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11200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86000" y="21823"/>
            <a:ext cx="8287724" cy="68143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8289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696464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684254" y="0"/>
            <a:ext cx="3507745" cy="2171700"/>
          </a:xfrm>
          <a:prstGeom prst="rect">
            <a:avLst/>
          </a:prstGeom>
        </p:spPr>
      </p:pic>
      <p:sp>
        <p:nvSpPr>
          <p:cNvPr id="377867495" name=""/>
          <p:cNvSpPr/>
          <p:nvPr/>
        </p:nvSpPr>
        <p:spPr bwMode="auto">
          <a:xfrm>
            <a:off x="10307024" y="409574"/>
            <a:ext cx="161924" cy="107632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0658" y="2676"/>
                  <a:pt x="38117" y="4587"/>
                  <a:pt x="38117" y="6116"/>
                </a:cubicBezTo>
                <a:cubicBezTo>
                  <a:pt x="35576" y="8410"/>
                  <a:pt x="35576" y="9939"/>
                  <a:pt x="35576" y="11851"/>
                </a:cubicBezTo>
                <a:cubicBezTo>
                  <a:pt x="30494" y="13762"/>
                  <a:pt x="27952" y="15292"/>
                  <a:pt x="27952" y="17585"/>
                </a:cubicBezTo>
                <a:cubicBezTo>
                  <a:pt x="25411" y="19115"/>
                  <a:pt x="25411" y="21026"/>
                  <a:pt x="22870" y="23320"/>
                </a:cubicBezTo>
                <a:cubicBezTo>
                  <a:pt x="17788" y="25231"/>
                  <a:pt x="17788" y="27143"/>
                  <a:pt x="15247" y="29054"/>
                </a:cubicBezTo>
                <a:cubicBezTo>
                  <a:pt x="12705" y="30584"/>
                  <a:pt x="10164" y="32495"/>
                  <a:pt x="10164" y="34024"/>
                </a:cubicBezTo>
                <a:cubicBezTo>
                  <a:pt x="5082" y="35936"/>
                  <a:pt x="5082" y="37847"/>
                  <a:pt x="2541" y="39759"/>
                </a:cubicBezTo>
                <a:quadBezTo>
                  <a:pt x="2541" y="41670"/>
                  <a:pt x="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07554892" name=""/>
          <p:cNvSpPr/>
          <p:nvPr/>
        </p:nvSpPr>
        <p:spPr bwMode="auto">
          <a:xfrm>
            <a:off x="10354649" y="1143000"/>
            <a:ext cx="638174" cy="40004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4513" y="42171"/>
                  <a:pt x="8382" y="38057"/>
                  <a:pt x="11605" y="34971"/>
                </a:cubicBezTo>
                <a:cubicBezTo>
                  <a:pt x="14829" y="31885"/>
                  <a:pt x="18053" y="27771"/>
                  <a:pt x="20632" y="23657"/>
                </a:cubicBezTo>
                <a:cubicBezTo>
                  <a:pt x="23211" y="21600"/>
                  <a:pt x="25146" y="18514"/>
                  <a:pt x="27725" y="15428"/>
                </a:cubicBezTo>
                <a:cubicBezTo>
                  <a:pt x="30304" y="12342"/>
                  <a:pt x="33528" y="10285"/>
                  <a:pt x="35462" y="7200"/>
                </a:cubicBezTo>
                <a:cubicBezTo>
                  <a:pt x="38041" y="4114"/>
                  <a:pt x="40620" y="2057"/>
                  <a:pt x="43200" y="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0886681" name=""/>
          <p:cNvSpPr/>
          <p:nvPr/>
        </p:nvSpPr>
        <p:spPr bwMode="auto">
          <a:xfrm>
            <a:off x="10792800" y="1114425"/>
            <a:ext cx="276224" cy="1523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5958" y="0"/>
                  <a:pt x="16386" y="0"/>
                  <a:pt x="23834" y="0"/>
                </a:cubicBezTo>
                <a:cubicBezTo>
                  <a:pt x="29793" y="0"/>
                  <a:pt x="37241" y="0"/>
                  <a:pt x="43200" y="0"/>
                </a:cubicBezTo>
                <a:cubicBezTo>
                  <a:pt x="41710" y="10800"/>
                  <a:pt x="38731" y="24299"/>
                  <a:pt x="34262" y="32400"/>
                </a:cubicBezTo>
                <a:lnTo>
                  <a:pt x="29793" y="4320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7771964" name=""/>
          <p:cNvSpPr/>
          <p:nvPr/>
        </p:nvSpPr>
        <p:spPr bwMode="auto">
          <a:xfrm>
            <a:off x="10192725" y="1743075"/>
            <a:ext cx="38099" cy="1904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3200" y="8639"/>
                  <a:pt x="43200" y="17280"/>
                  <a:pt x="43200" y="25919"/>
                </a:cubicBezTo>
                <a:quadBezTo>
                  <a:pt x="21600" y="34560"/>
                  <a:pt x="0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71174" name=""/>
          <p:cNvSpPr/>
          <p:nvPr/>
        </p:nvSpPr>
        <p:spPr bwMode="auto">
          <a:xfrm>
            <a:off x="10049850" y="1914525"/>
            <a:ext cx="285750" cy="20954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5999" y="0"/>
                </a:moveTo>
                <a:cubicBezTo>
                  <a:pt x="28799" y="1963"/>
                  <a:pt x="23039" y="1963"/>
                  <a:pt x="15839" y="1963"/>
                </a:cubicBezTo>
                <a:cubicBezTo>
                  <a:pt x="10079" y="1963"/>
                  <a:pt x="4319" y="1963"/>
                  <a:pt x="0" y="9818"/>
                </a:cubicBezTo>
                <a:cubicBezTo>
                  <a:pt x="0" y="19636"/>
                  <a:pt x="0" y="27490"/>
                  <a:pt x="4319" y="39272"/>
                </a:cubicBezTo>
                <a:cubicBezTo>
                  <a:pt x="11519" y="43200"/>
                  <a:pt x="17279" y="43200"/>
                  <a:pt x="23039" y="43200"/>
                </a:cubicBezTo>
                <a:cubicBezTo>
                  <a:pt x="28799" y="43200"/>
                  <a:pt x="37439" y="39272"/>
                  <a:pt x="41759" y="33381"/>
                </a:cubicBezTo>
                <a:cubicBezTo>
                  <a:pt x="43200" y="25527"/>
                  <a:pt x="41759" y="17672"/>
                  <a:pt x="40319" y="9818"/>
                </a:cubicBezTo>
                <a:lnTo>
                  <a:pt x="35999" y="1963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1601540" name=""/>
          <p:cNvSpPr/>
          <p:nvPr/>
        </p:nvSpPr>
        <p:spPr bwMode="auto">
          <a:xfrm>
            <a:off x="10078425" y="1952624"/>
            <a:ext cx="219074" cy="12382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31930" y="3323"/>
                  <a:pt x="22539" y="13292"/>
                  <a:pt x="15026" y="23261"/>
                </a:cubicBezTo>
                <a:quadBezTo>
                  <a:pt x="7513" y="33230"/>
                  <a:pt x="0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403134" name=""/>
          <p:cNvSpPr/>
          <p:nvPr/>
        </p:nvSpPr>
        <p:spPr bwMode="auto">
          <a:xfrm>
            <a:off x="10087949" y="1981199"/>
            <a:ext cx="180974" cy="11430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1368" y="10800"/>
                  <a:pt x="20463" y="21600"/>
                  <a:pt x="31831" y="35999"/>
                </a:cubicBezTo>
                <a:lnTo>
                  <a:pt x="43200" y="4320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42510716" name=""/>
          <p:cNvPicPr>
            <a:picLocks noChangeAspect="1"/>
          </p:cNvPicPr>
          <p:nvPr>
            <p:ph idx="1"/>
          </p:nvPr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rot="0" flipH="0" flipV="0">
            <a:off x="2069789" y="873124"/>
            <a:ext cx="7732409" cy="59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03079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2124074" y="176874"/>
            <a:ext cx="6239849" cy="6504250"/>
          </a:xfrm>
          <a:prstGeom prst="rect">
            <a:avLst/>
          </a:prstGeom>
        </p:spPr>
      </p:pic>
      <p:sp>
        <p:nvSpPr>
          <p:cNvPr id="252078273" name=""/>
          <p:cNvSpPr/>
          <p:nvPr/>
        </p:nvSpPr>
        <p:spPr bwMode="auto">
          <a:xfrm>
            <a:off x="10049850" y="1009649"/>
            <a:ext cx="95249" cy="5714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25919" y="0"/>
                  <a:pt x="43200" y="7200"/>
                  <a:pt x="30240" y="43200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4237600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105649" y="-28574"/>
            <a:ext cx="5500553" cy="2714625"/>
          </a:xfrm>
          <a:prstGeom prst="rect">
            <a:avLst/>
          </a:prstGeom>
        </p:spPr>
      </p:pic>
      <p:sp>
        <p:nvSpPr>
          <p:cNvPr id="840426713" name=""/>
          <p:cNvSpPr/>
          <p:nvPr/>
        </p:nvSpPr>
        <p:spPr bwMode="auto">
          <a:xfrm>
            <a:off x="9011624" y="19049"/>
            <a:ext cx="714375" cy="65722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032" y="0"/>
                </a:moveTo>
                <a:cubicBezTo>
                  <a:pt x="4032" y="2504"/>
                  <a:pt x="3456" y="5008"/>
                  <a:pt x="3456" y="7513"/>
                </a:cubicBezTo>
                <a:cubicBezTo>
                  <a:pt x="2880" y="11269"/>
                  <a:pt x="2880" y="13773"/>
                  <a:pt x="2304" y="16278"/>
                </a:cubicBezTo>
                <a:cubicBezTo>
                  <a:pt x="2304" y="19408"/>
                  <a:pt x="2304" y="22539"/>
                  <a:pt x="1152" y="26295"/>
                </a:cubicBezTo>
                <a:cubicBezTo>
                  <a:pt x="576" y="28799"/>
                  <a:pt x="576" y="31304"/>
                  <a:pt x="576" y="34434"/>
                </a:cubicBezTo>
                <a:cubicBezTo>
                  <a:pt x="576" y="37565"/>
                  <a:pt x="0" y="40069"/>
                  <a:pt x="0" y="42573"/>
                </a:cubicBezTo>
                <a:cubicBezTo>
                  <a:pt x="4032" y="43199"/>
                  <a:pt x="6912" y="41947"/>
                  <a:pt x="9791" y="41321"/>
                </a:cubicBezTo>
                <a:cubicBezTo>
                  <a:pt x="12095" y="40069"/>
                  <a:pt x="14976" y="38191"/>
                  <a:pt x="16704" y="36313"/>
                </a:cubicBezTo>
                <a:cubicBezTo>
                  <a:pt x="19008" y="35686"/>
                  <a:pt x="21312" y="33808"/>
                  <a:pt x="24191" y="31930"/>
                </a:cubicBezTo>
                <a:cubicBezTo>
                  <a:pt x="25920" y="29426"/>
                  <a:pt x="28224" y="27547"/>
                  <a:pt x="30527" y="25669"/>
                </a:cubicBezTo>
                <a:cubicBezTo>
                  <a:pt x="32256" y="23791"/>
                  <a:pt x="35135" y="22539"/>
                  <a:pt x="38015" y="20660"/>
                </a:cubicBezTo>
                <a:quadBezTo>
                  <a:pt x="40319" y="19408"/>
                  <a:pt x="43200" y="1753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6532679" name=""/>
          <p:cNvSpPr/>
          <p:nvPr/>
        </p:nvSpPr>
        <p:spPr bwMode="auto">
          <a:xfrm>
            <a:off x="9621225" y="266699"/>
            <a:ext cx="133349" cy="10477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3927"/>
                </a:moveTo>
                <a:cubicBezTo>
                  <a:pt x="12342" y="0"/>
                  <a:pt x="24685" y="3927"/>
                  <a:pt x="40114" y="11781"/>
                </a:cubicBezTo>
                <a:quadBezTo>
                  <a:pt x="43200" y="27490"/>
                  <a:pt x="37028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1722974" name=""/>
          <p:cNvSpPr/>
          <p:nvPr/>
        </p:nvSpPr>
        <p:spPr bwMode="auto">
          <a:xfrm>
            <a:off x="7916249" y="228600"/>
            <a:ext cx="1714499" cy="153352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2239" y="268"/>
                  <a:pt x="41279" y="1341"/>
                  <a:pt x="40560" y="2146"/>
                </a:cubicBezTo>
                <a:cubicBezTo>
                  <a:pt x="39840" y="2951"/>
                  <a:pt x="39120" y="3756"/>
                  <a:pt x="38400" y="4829"/>
                </a:cubicBezTo>
                <a:cubicBezTo>
                  <a:pt x="37440" y="5634"/>
                  <a:pt x="36719" y="6439"/>
                  <a:pt x="35760" y="6976"/>
                </a:cubicBezTo>
                <a:cubicBezTo>
                  <a:pt x="34800" y="8049"/>
                  <a:pt x="33840" y="8586"/>
                  <a:pt x="32880" y="9122"/>
                </a:cubicBezTo>
                <a:cubicBezTo>
                  <a:pt x="31680" y="9927"/>
                  <a:pt x="30239" y="10732"/>
                  <a:pt x="29280" y="11001"/>
                </a:cubicBezTo>
                <a:cubicBezTo>
                  <a:pt x="28320" y="11269"/>
                  <a:pt x="27360" y="12074"/>
                  <a:pt x="25920" y="13416"/>
                </a:cubicBezTo>
                <a:cubicBezTo>
                  <a:pt x="25200" y="14489"/>
                  <a:pt x="24240" y="15294"/>
                  <a:pt x="23519" y="16099"/>
                </a:cubicBezTo>
                <a:cubicBezTo>
                  <a:pt x="22800" y="16904"/>
                  <a:pt x="22080" y="17977"/>
                  <a:pt x="21360" y="18782"/>
                </a:cubicBezTo>
                <a:cubicBezTo>
                  <a:pt x="20399" y="20124"/>
                  <a:pt x="19680" y="21197"/>
                  <a:pt x="18959" y="22002"/>
                </a:cubicBezTo>
                <a:cubicBezTo>
                  <a:pt x="17759" y="23612"/>
                  <a:pt x="16799" y="24417"/>
                  <a:pt x="16080" y="25222"/>
                </a:cubicBezTo>
                <a:cubicBezTo>
                  <a:pt x="15359" y="26027"/>
                  <a:pt x="14639" y="26832"/>
                  <a:pt x="13920" y="27637"/>
                </a:cubicBezTo>
                <a:cubicBezTo>
                  <a:pt x="12960" y="28710"/>
                  <a:pt x="11999" y="29515"/>
                  <a:pt x="11279" y="30320"/>
                </a:cubicBezTo>
                <a:cubicBezTo>
                  <a:pt x="10079" y="31662"/>
                  <a:pt x="9119" y="32198"/>
                  <a:pt x="8159" y="33272"/>
                </a:cubicBezTo>
                <a:cubicBezTo>
                  <a:pt x="7200" y="34077"/>
                  <a:pt x="6479" y="34881"/>
                  <a:pt x="5759" y="35686"/>
                </a:cubicBezTo>
                <a:cubicBezTo>
                  <a:pt x="5039" y="36760"/>
                  <a:pt x="4079" y="37565"/>
                  <a:pt x="2399" y="38638"/>
                </a:cubicBezTo>
                <a:cubicBezTo>
                  <a:pt x="1439" y="39711"/>
                  <a:pt x="719" y="40785"/>
                  <a:pt x="0" y="41590"/>
                </a:cubicBezTo>
                <a:cubicBezTo>
                  <a:pt x="959" y="42126"/>
                  <a:pt x="1919" y="42663"/>
                  <a:pt x="2879" y="42931"/>
                </a:cubicBezTo>
                <a:cubicBezTo>
                  <a:pt x="4319" y="42931"/>
                  <a:pt x="5519" y="42931"/>
                  <a:pt x="6720" y="43200"/>
                </a:cubicBezTo>
                <a:cubicBezTo>
                  <a:pt x="7679" y="43200"/>
                  <a:pt x="8639" y="43200"/>
                  <a:pt x="9840" y="43200"/>
                </a:cubicBezTo>
                <a:cubicBezTo>
                  <a:pt x="11039" y="43200"/>
                  <a:pt x="12480" y="43200"/>
                  <a:pt x="13679" y="43200"/>
                </a:cubicBezTo>
                <a:cubicBezTo>
                  <a:pt x="15119" y="43200"/>
                  <a:pt x="17040" y="43200"/>
                  <a:pt x="18240" y="43200"/>
                </a:cubicBezTo>
                <a:cubicBezTo>
                  <a:pt x="19439" y="43200"/>
                  <a:pt x="20640" y="43200"/>
                  <a:pt x="21600" y="43200"/>
                </a:cubicBezTo>
                <a:cubicBezTo>
                  <a:pt x="22559" y="43200"/>
                  <a:pt x="23999" y="43200"/>
                  <a:pt x="24960" y="43200"/>
                </a:cubicBezTo>
                <a:cubicBezTo>
                  <a:pt x="26159" y="43200"/>
                  <a:pt x="27360" y="43200"/>
                  <a:pt x="28560" y="43200"/>
                </a:cubicBezTo>
                <a:cubicBezTo>
                  <a:pt x="29759" y="43200"/>
                  <a:pt x="31200" y="43200"/>
                  <a:pt x="32640" y="43200"/>
                </a:cubicBezTo>
                <a:cubicBezTo>
                  <a:pt x="33600" y="43200"/>
                  <a:pt x="34560" y="43200"/>
                  <a:pt x="35520" y="43200"/>
                </a:cubic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398051" name=""/>
          <p:cNvSpPr/>
          <p:nvPr/>
        </p:nvSpPr>
        <p:spPr bwMode="auto">
          <a:xfrm>
            <a:off x="9230699" y="1704974"/>
            <a:ext cx="76199" cy="14287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5400" y="0"/>
                </a:moveTo>
                <a:cubicBezTo>
                  <a:pt x="27000" y="5760"/>
                  <a:pt x="43200" y="14400"/>
                  <a:pt x="43200" y="25920"/>
                </a:cubicBezTo>
                <a:quadBezTo>
                  <a:pt x="21600" y="34560"/>
                  <a:pt x="0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75870338" name=""/>
          <p:cNvSpPr/>
          <p:nvPr/>
        </p:nvSpPr>
        <p:spPr bwMode="auto">
          <a:xfrm>
            <a:off x="9849825" y="1752599"/>
            <a:ext cx="161924" cy="0"/>
          </a:xfrm>
          <a:custGeom>
            <a:avLst/>
            <a:gdLst/>
            <a:ahLst/>
            <a:cxnLst/>
            <a:rect l="l" t="t" r="r" b="b"/>
            <a:pathLst>
              <a:path w="43200" h="0" fill="none" stroke="1" extrusionOk="0">
                <a:moveTo>
                  <a:pt x="0" y="0"/>
                </a:moveTo>
                <a:cubicBezTo>
                  <a:pt x="10164" y="0"/>
                  <a:pt x="20329" y="0"/>
                  <a:pt x="30494" y="0"/>
                </a:cubicBezTo>
                <a:lnTo>
                  <a:pt x="43200" y="0"/>
                </a:ln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5985966" name=""/>
          <p:cNvSpPr/>
          <p:nvPr/>
        </p:nvSpPr>
        <p:spPr bwMode="auto">
          <a:xfrm>
            <a:off x="9926024" y="1724024"/>
            <a:ext cx="85725" cy="6667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9199" y="6171"/>
                  <a:pt x="38399" y="6171"/>
                  <a:pt x="43200" y="30857"/>
                </a:cubicBezTo>
                <a:quadBezTo>
                  <a:pt x="24000" y="37028"/>
                  <a:pt x="0" y="43200"/>
                </a:quadBezTo>
              </a:path>
            </a:pathLst>
          </a:custGeom>
          <a:noFill/>
          <a:ln w="36000">
            <a:solidFill>
              <a:srgbClr val="3D8A44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67637862" name="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9253" r="0" b="12959"/>
        </p:blipFill>
        <p:spPr bwMode="auto">
          <a:xfrm flipH="0" flipV="0">
            <a:off x="7385141" y="2686050"/>
            <a:ext cx="4605516" cy="4163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2026-01-14T13:08:44Z</dcterms:modified>
</cp:coreProperties>
</file>