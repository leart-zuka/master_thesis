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50743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902635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33623453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7006874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03876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626992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2455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9104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1093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00878F-004B-1E5A-E530-B38EAB26D6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349862-6342-B714-FA1B-0E973EDDAD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9B6190-9735-F0C7-C7F7-D7F93636C3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4C80AC-D729-395D-C13A-83C648F9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93205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19069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699139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792596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74047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1584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59059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31285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25272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34801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97229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55694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26653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024487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4061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550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072230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055402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59537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77432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402967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23399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81772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043040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229137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123250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276446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639873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13268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3261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386745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18243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466778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46268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615681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222141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19640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189246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0070067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139791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513684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96707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01303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451943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3340131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08548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91467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7396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8065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120776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41685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98789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17677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63066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0764803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40022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815950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83042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4308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35671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8141676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3133645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190692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media1.svg"/><Relationship Id="rId5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media2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media3.svg"/><Relationship Id="rId5" Type="http://schemas.openxmlformats.org/officeDocument/2006/relationships/image" Target="../media/image5.png"/><Relationship Id="rId6" Type="http://schemas.openxmlformats.org/officeDocument/2006/relationships/image" Target="../media/media4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media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049377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Atom-Photon Gate update 11.03.2026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6215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37541980" name=""/>
          <p:cNvPicPr>
            <a:picLocks noChangeAspect="1"/>
          </p:cNvPicPr>
          <p:nvPr>
            <p:ph idx="1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3569139" y="1086057"/>
            <a:ext cx="8001314" cy="5695326"/>
          </a:xfrm>
          <a:prstGeom prst="rect">
            <a:avLst/>
          </a:prstGeom>
        </p:spPr>
      </p:pic>
      <p:pic>
        <p:nvPicPr>
          <p:cNvPr id="190524524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2137" y="29157"/>
            <a:ext cx="3791692" cy="2639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3560445" name=""/>
          <p:cNvPicPr>
            <a:picLocks noChangeAspect="1"/>
          </p:cNvPicPr>
          <p:nvPr>
            <p:ph idx="1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2706" t="21673" r="11676" b="56326"/>
        </p:blipFill>
        <p:spPr bwMode="auto">
          <a:xfrm rot="0" flipH="0" flipV="0">
            <a:off x="735757" y="956344"/>
            <a:ext cx="10428903" cy="4945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5842699" name=""/>
          <p:cNvPicPr>
            <a:picLocks noChangeAspect="1"/>
          </p:cNvPicPr>
          <p:nvPr>
            <p:ph idx="1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611804" y="513507"/>
            <a:ext cx="4551134" cy="5440569"/>
          </a:xfrm>
          <a:prstGeom prst="rect">
            <a:avLst/>
          </a:prstGeom>
        </p:spPr>
      </p:pic>
      <p:pic>
        <p:nvPicPr>
          <p:cNvPr id="2084348738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6832212" y="513507"/>
            <a:ext cx="4551134" cy="55154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6130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8112153" name=""/>
          <p:cNvPicPr>
            <a:picLocks noChangeAspect="1"/>
          </p:cNvPicPr>
          <p:nvPr>
            <p:ph idx="1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1901874" y="435752"/>
            <a:ext cx="8388250" cy="62980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ONLYOFFICE/9.3.0.140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2026-03-11T11:16:41Z</dcterms:modified>
</cp:coreProperties>
</file>